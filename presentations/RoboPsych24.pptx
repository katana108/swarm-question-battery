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76" r:id="rId8"/>
    <p:sldId id="261" r:id="rId9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you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/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Hacking is FUN!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Isolated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