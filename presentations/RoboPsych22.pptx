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9" r:id="rIdNew100"/>
    <p:sldId id="275" r:id="rId7"/>
    <p:sldId id="276" r:id="rId8"/>
    <p:sldId id="261" r:id="rId9"/>
    <p:sldId id="277" r:id="rId10"/>
    <p:sldId id="278" r:id="rIdVariant20"/>
    <p:sldId id="280" r:id="rIdNew101"/>
    <p:sldId id="281" r:id="rIdNew102"/>
    <p:sldId id="282" r:id="rIdNew103"/>
    <p:sldId id="283" r:id="rIdNew104"/>
    <p:sldId id="268" r:id="rId15"/>
    <p:sldId id="262" r:id="rId11"/>
    <p:sldId id="263" r:id="rId12"/>
    <p:sldId id="264" r:id="rId13"/>
    <p:sldId id="265" r:id="rId14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you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/>
            </a:r>
            <a:endParaRPr sz="2600" b="1" i="1" dirty="0">
              <a:solidFill>
                <a:schemeClr val="accent5">
                  <a:lumMod val="40000"/>
                  <a:lumOff val="60000"/>
                </a:schemeClr>
              </a:solidFill>
              <a:latin typeface="Avenir Heavy Oblique" panose="02000503020000020003" pitchFamily="2" charset="0"/>
              <a:ea typeface="Avenir"/>
              <a:cs typeface="Avenir"/>
            </a:endParaRP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a16:creationId xmlns:a16="http://schemas.microsoft.com/office/drawing/2014/main"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</p:spTree>
    <p:extLst>
      <p:ext uri="{BB962C8B-B14F-4D97-AF65-F5344CB8AC3E}">
        <p14:creationId xmlns:p14="http://schemas.microsoft.com/office/powerpoint/2010/main"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</p:spTree>
    <p:extLst>
      <p:ext uri="{BB962C8B-B14F-4D97-AF65-F5344CB8AC3E}">
        <p14:creationId xmlns:p14="http://schemas.microsoft.com/office/powerpoint/2010/main"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</p:spTree>
    <p:extLst>
      <p:ext uri="{BB962C8B-B14F-4D97-AF65-F5344CB8AC3E}">
        <p14:creationId xmlns:p14="http://schemas.microsoft.com/office/powerpoint/2010/main"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Hacking is FUN!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Isolated Mechanisms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257175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32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24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24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257175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32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24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24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ricky.mouser@gmail.com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a16:creationId xmlns:a16="http://schemas.microsoft.com/office/drawing/2014/main"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a16:creationId xmlns:a16="http://schemas.microsoft.com/office/drawing/2014/main"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a16:creationId xmlns:a16="http://schemas.microsoft.com/office/drawing/2014/main"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a16:creationId xmlns:a16="http://schemas.microsoft.com/office/drawing/2014/main"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a16:creationId xmlns:a16="http://schemas.microsoft.com/office/drawing/2014/main"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a16:creationId xmlns:a16="http://schemas.microsoft.com/office/drawing/2014/main"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a16:creationId xmlns:a16="http://schemas.microsoft.com/office/drawing/2014/main"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a16:creationId xmlns:a16="http://schemas.microsoft.com/office/drawing/2014/main"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a16:creationId xmlns:a16="http://schemas.microsoft.com/office/drawing/2014/main"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a16:creationId xmlns:a16="http://schemas.microsoft.com/office/drawing/2014/main"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a16:creationId xmlns:a16="http://schemas.microsoft.com/office/drawing/2014/main"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a16:creationId xmlns:a16="http://schemas.microsoft.com/office/drawing/2014/main"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</p:spTree>
    <p:extLst>
      <p:ext uri="{BB962C8B-B14F-4D97-AF65-F5344CB8AC3E}">
        <p14:creationId xmlns:p14="http://schemas.microsoft.com/office/powerpoint/2010/main"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