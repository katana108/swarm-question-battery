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9" r:id="rIdNew100"/>
    <p:sldId id="275" r:id="rId7"/>
    <p:sldId id="261" r:id="rId9"/>
    <p:sldId r:id="rIdSpeakerFigure" id="284"/>
    <p:sldId id="276" r:id="rId8"/>
    <p:sldId id="277" r:id="rId10"/>
    <p:sldId id="278" r:id="rIdVariant20"/>
    <p:sldId id="280" r:id="rIdNew101"/>
    <p:sldId id="281" r:id="rIdNew102"/>
    <p:sldId id="282" r:id="rIdNew103"/>
    <p:sldId id="283" r:id="rIdNew104"/>
    <p:sldId id="268" r:id="rId15"/>
    <p:sldId id="262" r:id="rId11"/>
    <p:sldId id="263" r:id="rId12"/>
    <p:sldId id="264" r:id="rId13"/>
    <p:sldId id="265" r:id="rId14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55"/>
    <p:restoredTop sz="88973"/>
  </p:normalViewPr>
  <p:slideViewPr>
    <p:cSldViewPr snapToGrid="0">
      <p:cViewPr varScale="1">
        <p:scale>
          <a:sx n="112" d="100"/>
          <a:sy n="11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presProps" Target="presProps.xml" /><ns0:Relationship Id="rId3" Type="http://schemas.openxmlformats.org/officeDocument/2006/relationships/slide" Target="slides/slide2.xml" /><ns0:Relationship Id="rId21" Type="http://schemas.openxmlformats.org/officeDocument/2006/relationships/tableStyles" Target="tableStyles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10" Type="http://schemas.openxmlformats.org/officeDocument/2006/relationships/slide" Target="slides/slide9.xml" /><ns0:Relationship Id="rId19" Type="http://schemas.openxmlformats.org/officeDocument/2006/relationships/viewProps" Target="viewProps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Variant20" Type="http://schemas.openxmlformats.org/officeDocument/2006/relationships/slide" Target="slides/slide99.xml" /><ns0:Relationship Id="rIdNew100" Type="http://schemas.openxmlformats.org/officeDocument/2006/relationships/slide" Target="slides/slide100.xml" /><ns0:Relationship Id="rIdNew101" Type="http://schemas.openxmlformats.org/officeDocument/2006/relationships/slide" Target="slides/slide101.xml" /><ns0:Relationship Id="rIdNew102" Type="http://schemas.openxmlformats.org/officeDocument/2006/relationships/slide" Target="slides/slide102.xml" /><ns0:Relationship Id="rIdNew103" Type="http://schemas.openxmlformats.org/officeDocument/2006/relationships/slide" Target="slides/slide103.xml" /><ns0:Relationship Id="rIdNew104" Type="http://schemas.openxmlformats.org/officeDocument/2006/relationships/slide" Target="slides/slide104.xml" /><ns0:Relationship Id="rIdSpeakerFigure" Type="http://schemas.openxmlformats.org/officeDocument/2006/relationships/slide" Target="slides/slide105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99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0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1.xml.rels><?xml version='1.0' encoding='utf-8'?>
<ns0:Relationships xmlns:ns0="http://schemas.openxmlformats.org/package/2006/relationships"><ns0:Relationship Id="rId2" Type="http://schemas.openxmlformats.org/officeDocument/2006/relationships/image" Target="../media/new-101.png" /><ns0:Relationship Id="rId1" Type="http://schemas.openxmlformats.org/officeDocument/2006/relationships/slideLayout" Target="../slideLayouts/slideLayout1.xml" /></ns0:Relationships>
</file>

<file path=ppt/slides/_rels/slide102.xml.rels><?xml version='1.0' encoding='utf-8'?>
<ns0:Relationships xmlns:ns0="http://schemas.openxmlformats.org/package/2006/relationships"><ns0:Relationship Id="rId2" Type="http://schemas.openxmlformats.org/officeDocument/2006/relationships/image" Target="../media/new-102.png" /><ns0:Relationship Id="rId1" Type="http://schemas.openxmlformats.org/officeDocument/2006/relationships/slideLayout" Target="../slideLayouts/slideLayout1.xml" /></ns0:Relationships>
</file>

<file path=ppt/slides/_rels/slide103.xml.rels><?xml version='1.0' encoding='utf-8'?>
<ns0:Relationships xmlns:ns0="http://schemas.openxmlformats.org/package/2006/relationships"><ns0:Relationship Id="rId2" Type="http://schemas.openxmlformats.org/officeDocument/2006/relationships/image" Target="../media/new-103.png" /><ns0:Relationship Id="rId1" Type="http://schemas.openxmlformats.org/officeDocument/2006/relationships/slideLayout" Target="../slideLayouts/slideLayout1.xml" /></ns0:Relationships>
</file>

<file path=ppt/slides/_rels/slide104.xml.rels><?xml version='1.0' encoding='utf-8'?>
<ns0:Relationships xmlns:ns0="http://schemas.openxmlformats.org/package/2006/relationships"><ns0:Relationship Id="rId2" Type="http://schemas.openxmlformats.org/officeDocument/2006/relationships/image" Target="../media/new-104.png" /><ns0:Relationship Id="rId1" Type="http://schemas.openxmlformats.org/officeDocument/2006/relationships/slideLayout" Target="../slideLayouts/slideLayout1.xml" /></ns0:Relationships>
</file>

<file path=ppt/slides/_rels/slide10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00" Type="http://schemas.openxmlformats.org/officeDocument/2006/relationships/image" Target="../media/anna-chain.png" /><ns0:Relationship Id="rId201" Type="http://schemas.openxmlformats.org/officeDocument/2006/relationships/image" Target="../media/anna-chain-legend.png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ns2:creationId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ns2:creationId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98000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incentives make agents stop hacking and start whistleblowing?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Sort of!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</p:txBody>
      </p:sp>
      <p:sp>
        <p:nvSpPr>
          <p:cNvPr id="13" name="byline">
            <a:extLst>
              <a:ext uri="{FF2B5EF4-FFF2-40B4-BE49-F238E27FC236}">
                <ns2:creationId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  <p:sp>
        <p:nvSpPr>
          <p:cNvPr id="1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ns2:creationId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ns2:creationId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ns2:creationId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  <p:sp>
        <p:nvSpPr>
          <p:cNvPr id="2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ns2:creationId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ns2:creationId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External egress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public Hugging Face material.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ns2:creationId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ns2:creationId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  <p:sp>
        <p:nvSpPr>
          <p:cNvPr id="2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ns2:creationId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  <p:sp>
        <p:nvSpPr>
          <p:cNvPr id="6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ns2:creationId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ns2:creationId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ns2:creationId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ns2:creationId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ns2:creationId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ns2:creationId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ns2:creationId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ns2:creationId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ns2:creationId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ns2:creationId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ns2:creationId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ns2:creationId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Ricky tries incentives</a:t>
            </a:r>
          </a:p>
        </p:txBody>
      </p:sp>
      <p:sp>
        <p:nvSpPr>
          <p:cNvPr id="1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56837586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ns2:creationId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ns2:creationId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ns2:creationId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Anna knows psychology</a:t>
            </a:r>
          </a:p>
        </p:txBody>
      </p:sp>
      <p:sp>
        <p:nvSpPr>
          <p:cNvPr id="13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3:creationId val="1168650054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" name="Exported plot"/>
          <p:cNvPicPr/>
          <p:nvPr/>
        </p:nvPicPr>
        <p:blipFill>
          <a:blip ns2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" name="Psychology citation">
            <a:extLst>
              <a:ext uri="{FF2B5EF4-FFF2-40B4-BE49-F238E27FC236}">
                <ns3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32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Incentives work okay...but what do whistleblowers NEED?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Cumulative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954683547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320427625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788055577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619580977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ns2:creationId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Thanks!</a:t>
            </a:r>
          </a:p>
        </p:txBody>
      </p:sp>
      <p:sp>
        <p:nvSpPr>
          <p:cNvPr id="60" name="Anna Mikeda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Anna 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@AnnaMikeda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amikeda17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1" name="Ricky Mouser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@MarxCuban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ricky.mouser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3:creationId val="1745105687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ns2:creationId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ns2:creationId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ns2:creationId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ns2:creationId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ns2:creationId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ns2:creationId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ns2:creationId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ns2:creationId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ns2:creationId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ns2:creationId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ns2:creationId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ns2:creationId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ns2:creationId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  <p:sp>
        <p:nvSpPr>
          <p:cNvPr id="4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906999553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value?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if we change the incentives?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10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773040152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 can be reformed!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 is pretty stable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 whistleblows at baseline!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3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 is definitely not distilled from Claude</a:t>
            </a:r>
            <a:r>
              <a:rPr lang="en-US" sz="3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32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sychology citation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Latané and Darling (1970) spotted the gaps</a:t>
            </a: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  <p:pic>
        <p:nvPicPr>
          <p:cNvPr id="200" name="anna-chain"/>
          <p:cNvPicPr/>
          <p:nvPr/>
        </p:nvPicPr>
        <p:blipFill>
          <a:blip r:embed="rId200"/>
          <a:stretch>
            <a:fillRect/>
          </a:stretch>
        </p:blipFill>
        <p:spPr>
          <a:xfrm>
            <a:off x="571500" y="1850000"/>
            <a:ext cx="11049000" cy="3952246"/>
          </a:xfrm>
          <a:prstGeom prst="rect">
            <a:avLst/>
          </a:prstGeom>
        </p:spPr>
      </p:pic>
      <p:pic>
        <p:nvPicPr>
          <p:cNvPr id="201" name="anna-chain-legend"/>
          <p:cNvPicPr/>
          <p:nvPr/>
        </p:nvPicPr>
        <p:blipFill>
          <a:blip r:embed="rId201"/>
          <a:stretch>
            <a:fillRect/>
          </a:stretch>
        </p:blipFill>
        <p:spPr>
          <a:xfrm>
            <a:off x="571500" y="5970000"/>
            <a:ext cx="11049000" cy="212486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3543</Words>
  <Application>Microsoft Macintosh PowerPoint</Application>
  <DocSecurity>0</DocSecurity>
  <PresentationFormat>Widescreen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6</cp:revision>
  <dcterms:created xsi:type="dcterms:W3CDTF">2026-10-04T21:03:00Z</dcterms:created>
  <dcterms:modified xsi:type="dcterms:W3CDTF">2026-10-04T22:49:34Z</dcterms:modified>
</cp:coreProperties>
</file>