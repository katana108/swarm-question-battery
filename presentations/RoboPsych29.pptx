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1="http://schemas.openxmlformats.org/officeDocument/2006/relationships" xmlns:ns2="http://schemas.openxmlformats.org/drawingml/2006/main" xmlns:ns3="http://schemas.microsoft.com/office/powerpoint/2012/main" xmlns:p="http://schemas.openxmlformats.org/presentationml/2006/main">
  <p:sldMasterIdLst>
    <p:sldMasterId id="2147483648" ns1:id="rId1"/>
  </p:sldMasterIdLst>
  <p:notesMasterIdLst>
    <p:notesMasterId ns1:id="rId17"/>
  </p:notesMasterIdLst>
  <p:sldIdLst>
    <p:sldId id="256" ns1:id="rId2"/>
    <p:sldId id="257" ns1:id="rId3"/>
    <p:sldId id="258" ns1:id="rId4"/>
    <p:sldId id="259" ns1:id="rId5"/>
    <p:sldId id="260" ns1:id="rId6"/>
    <p:sldId id="279" ns1:id="rIdNew100"/>
    <p:sldId id="275" ns1:id="rId7"/>
    <p:sldId id="261" ns1:id="rId9"/>
    <p:sldId id="276" ns1:id="rId8"/>
    <p:sldId id="277" ns1:id="rId10"/>
    <p:sldId id="278" ns1:id="rIdVariant20"/>
    <p:sldId id="280" ns1:id="rIdNew101"/>
    <p:sldId id="281" ns1:id="rIdNew102"/>
    <p:sldId id="282" ns1:id="rIdNew103"/>
    <p:sldId id="283" ns1:id="rIdNew104"/>
    <p:sldId id="268" ns1:id="rId15"/>
    <p:sldId id="262" ns1:id="rId11"/>
    <p:sldId id="263" ns1:id="rId12"/>
    <p:sldId id="264" ns1:id="rId13"/>
    <p:sldId id="265" ns1:id="rId14"/>
    <p:sldId id="269" ns1:id="rId16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Latané and Darling (1970)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will create reports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32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