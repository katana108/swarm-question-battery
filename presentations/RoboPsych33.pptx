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9" r:id="rIdNew100"/>
    <p:sldId id="275" r:id="rId7"/>
    <p:sldId id="261" r:id="rId9"/>
    <p:sldId r:id="rIdSpeakerFigure" id="284"/>
    <p:sldId id="276" r:id="rId8"/>
    <p:sldId id="277" r:id="rId10"/>
    <p:sldId id="278" r:id="rIdVariant20"/>
    <p:sldId id="280" r:id="rIdNew101"/>
    <p:sldId id="281" r:id="rIdNew102"/>
    <p:sldId id="282" r:id="rIdNew103"/>
    <p:sldId id="283" r:id="rIdNew104"/>
    <p:sldId id="268" r:id="rId15"/>
    <p:sldId id="262" r:id="rId11"/>
    <p:sldId id="263" r:id="rId12"/>
    <p:sldId id="264" r:id="rId13"/>
    <p:sldId id="265" r:id="rId14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ns0:Relationship Id="rIdSpeakerFigure" Type="http://schemas.openxmlformats.org/officeDocument/2006/relationships/slide" Target="slides/slide105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_rels/slide10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00" Type="http://schemas.openxmlformats.org/officeDocument/2006/relationships/image" Target="../media/anna-chain.png" /><ns0:Relationship Id="rId201" Type="http://schemas.openxmlformats.org/officeDocument/2006/relationships/image" Target="../media/anna-chain-legend.png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Sort of!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ns2:creationId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ns2:creationId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ns2:creationId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ns2:creationId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ns2:creationId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ns2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ns3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okay...but what do whistleblowers NEED?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ns2:creationId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ns2:creationId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ns2:creationId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ns2:creationId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ns2:creationId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ns2:creationId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ns2:creationId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ns2:creationId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ns2:creationId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ns2:creationId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ns2:creationId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ns2:creationId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ns2:creationId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125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spotted the gaps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00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201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