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1="http://schemas.openxmlformats.org/officeDocument/2006/relationships" xmlns:ns2="http://schemas.openxmlformats.org/drawingml/2006/main" xmlns:ns3="http://schemas.microsoft.com/office/powerpoint/2012/main" xmlns:p="http://schemas.openxmlformats.org/presentationml/2006/main">
  <p:sldMasterIdLst>
    <p:sldMasterId id="2147483648" ns1:id="rId1"/>
  </p:sldMasterIdLst>
  <p:notesMasterIdLst>
    <p:notesMasterId ns1:id="rId17"/>
  </p:notesMasterIdLst>
  <p:sldIdLst>
    <p:sldId id="256" ns1:id="rId2"/>
    <p:sldId id="257" ns1:id="rId3"/>
    <p:sldId id="258" ns1:id="rId4"/>
    <p:sldId id="259" ns1:id="rId5"/>
    <p:sldId id="260" ns1:id="rId6"/>
    <p:sldId id="279" ns1:id="rIdNew100"/>
    <p:sldId id="275" ns1:id="rId7"/>
    <p:sldId id="261" ns1:id="rId9"/>
    <p:sldId id="276" ns1:id="rId8"/>
    <p:sldId id="277" ns1:id="rId10"/>
    <p:sldId id="278" ns1:id="rIdVariant20"/>
    <p:sldId id="280" ns1:id="rIdNew101"/>
    <p:sldId id="281" ns1:id="rIdNew102"/>
    <p:sldId id="282" ns1:id="rIdNew103"/>
    <p:sldId id="283" ns1:id="rIdNew104"/>
    <p:sldId id="268" ns1:id="rId15"/>
    <p:sldId id="262" ns1:id="rId11"/>
    <p:sldId id="263" ns1:id="rId12"/>
    <p:sldId id="264" ns1:id="rId13"/>
    <p:sldId id="265" ns1:id="rId14"/>
    <p:sldId id="269" ns1:id="rId16"/>
  </p:sldIdLst>
  <p:sldSz cx="12192000" cy="6858000"/>
  <p:notesSz cx="6858000" cy="9144000"/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you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/>
            </a:r>
            <a:endParaRPr sz="2600" b="1" i="1" dirty="0">
              <a:solidFill>
                <a:schemeClr val="accent5">
                  <a:lumMod val="40000"/>
                  <a:lumOff val="60000"/>
                </a:schemeClr>
              </a:solidFill>
              <a:latin typeface="Avenir Heavy Oblique" panose="02000503020000020003" pitchFamily="2" charset="0"/>
              <a:ea typeface="Avenir"/>
              <a:cs typeface="Avenir"/>
            </a:endParaRP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40315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9000" name="Exported plot"/>
          <ns0:cNvPicPr/>
          <ns0:nvPr/>
        </ns0:nvPicPr>
        <ns0:blipFill>
          <ns1:blip ns2:embed="rId3"/>
          <ns1:stretch>
            <ns1:fillRect/>
          </ns1:stretch>
        </ns0:blipFill>
        <ns0:spPr>
          <ns1:xfrm>
            <ns1:off x="571500" y="1524000"/>
            <ns1:ext cx="11049000" cy="5143500"/>
          </ns1:xfrm>
          <ns1:prstGeom prst="rect">
            <ns1:avLst/>
          </ns1:prstGeom>
        </ns0:spPr>
      </ns0:pic>
      <ns0:sp>
        <ns0:nvSpPr>
          <ns0:cNvPr id="90" name="Psychology citation">
            <ns1:extLst>
              <ns1:ext uri="{FF2B5EF4-FFF2-40B4-BE49-F238E27FC236}">
                <ns3:creationId id="{0672C422-1DF4-408C-8AAC-164F1E4C2B28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81000"/>
            <ns1:ext cx="11049000" cy="90487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buNone/>
              <ns1:defRPr sz="4000" b="0">
                <ns1:solidFill>
                  <ns1:srgbClr val="F1F0DE"/>
                </ns1:solidFill>
                <ns1:latin typeface="Argent"/>
                <ns1:ea typeface="Argent"/>
                <ns1:cs typeface="Argent"/>
              </ns1:defRPr>
            </ns1:pPr>
            <ns1:r>
              <ns1:rPr sz="4000" b="0">
                <ns1:solidFill>
                  <ns1:srgbClr val="F1F0DE"/>
                </ns1:solidFill>
                <ns1:latin typeface="Argent"/>
                <ns1:ea typeface="Argent"/>
                <ns1:cs typeface="Argent"/>
              </ns1:rPr>
              <ns1:t>Latane and Darling (1970)</ns1:t>
            </ns1:r>
          </ns1:p>
          <ns1:p>
            <ns1:pPr>
              <ns1:buNone/>
              <ns1:defRPr sz="2600" b="0">
                <ns1:solidFill>
                  <ns1:srgbClr val="F1F0DE"/>
                </ns1:solidFill>
                <ns1:latin typeface="Argent"/>
                <ns1:ea typeface="Argent"/>
                <ns1:cs typeface="Argent"/>
              </ns1:defRPr>
            </ns1:pPr>
            <ns1:r>
              <ns1:rPr sz="2600" b="0">
                <ns1:solidFill>
                  <ns1:srgbClr val="F1F0DE"/>
                </ns1:solidFill>
                <ns1:latin typeface="Argent"/>
                <ns1:ea typeface="Argent"/>
                <ns1:cs typeface="Argent"/>
              </ns1:rPr>
              <ns1:t/>
            </ns1:r>
          </ns1:p>
        </ns0:txBody>
      </ns0:sp>
    </ns0:spTree>
    <ns0:extLst>
      <ns0:ext uri="{BB962C8B-B14F-4D97-AF65-F5344CB8AC3E}">
        <ns4:creationId val="1773040152"/>
      </ns0:ext>
    </ns0:extLst>
  </ns0:cSld>
  <ns0:clrMapOvr>
    <ns1:masterClrMapping/>
  </ns0:clrMapOvr>
</ns0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