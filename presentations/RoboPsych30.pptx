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61" r:id="rId9"/>
    <p:sldId r:id="rIdSpeakerFigure" id="284"/>
    <p:sldId id="276" r:id="rId8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ns0:Relationship Id="rIdSpeakerFigure" Type="http://schemas.openxmlformats.org/officeDocument/2006/relationships/slide" Target="slides/slide105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_rels/slide10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00" Type="http://schemas.openxmlformats.org/officeDocument/2006/relationships/image" Target="../media/anna-chain.png" /><ns0:Relationship Id="rId201" Type="http://schemas.openxmlformats.org/officeDocument/2006/relationships/image" Target="../media/anna-chain-legend.png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Sort of!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ns2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okay...but what do whistleblowers NEED?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  <a:r>
              <a:rPr lang="en-US" sz="3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32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ns3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predicted this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00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201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