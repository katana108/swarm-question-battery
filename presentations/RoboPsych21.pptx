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5" r:id="rId7"/>
    <p:sldId id="276" r:id="rId8"/>
    <p:sldId id="261" r:id="rId9"/>
    <p:sldId id="277" r:id="rId10"/>
    <p:sldId id="278" r:id="rIdVariant20"/>
    <p:sldId id="262" r:id="rId11"/>
    <p:sldId id="263" r:id="rId12"/>
    <p:sldId id="264" r:id="rId13"/>
    <p:sldId id="265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655"/>
    <p:restoredTop sz="88973"/>
  </p:normalViewPr>
  <p:slideViewPr>
    <p:cSldViewPr snapToGrid="0">
      <p:cViewPr varScale="1">
        <p:scale>
          <a:sx n="112" d="100"/>
          <a:sy n="112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tableStyles" Target="tableStyles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theme" Target="theme/theme1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10" Type="http://schemas.openxmlformats.org/officeDocument/2006/relationships/slide" Target="slides/slide9.xml" /><ns0:Relationship Id="rId19" Type="http://schemas.openxmlformats.org/officeDocument/2006/relationships/viewProps" Target="viewProps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Variant20" Type="http://schemas.openxmlformats.org/officeDocument/2006/relationships/slide" Target="slides/slide99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9.xml.rels><?xml version='1.0' encoding='utf-8'?>
<ns0:Relationships xmlns:ns0="http://schemas.openxmlformats.org/package/2006/relationships"><ns0:Relationship Id="rId2" Type="http://schemas.openxmlformats.org/officeDocument/2006/relationships/image" Target="../media/anna-variants-v20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98000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incentives make you </a:t>
            </a: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stop hacking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 and </a:t>
            </a:r>
            <a:r>
              <a:rPr lang="en-US" sz="26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whistleblow</a:t>
            </a:r>
            <a:r>
              <a:rPr lang="en-US" sz="26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 more?</a:t>
            </a:r>
          </a:p>
          <a:p>
            <a:pPr>
              <a:buNone/>
            </a:pPr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>	Sort of!</a:t>
            </a:r>
            <a:endParaRPr sz="2600" b="1" i="1" dirty="0">
              <a:solidFill>
                <a:schemeClr val="accent5">
                  <a:lumMod val="40000"/>
                  <a:lumOff val="60000"/>
                </a:schemeClr>
              </a:solidFill>
              <a:latin typeface="Avenir Heavy Oblique" panose="02000503020000020003" pitchFamily="2" charset="0"/>
              <a:ea typeface="Avenir"/>
              <a:cs typeface="Avenir"/>
            </a:endParaRPr>
          </a:p>
        </p:txBody>
      </p:sp>
      <p:sp>
        <p:nvSpPr>
          <p:cNvPr id="13" name="byline">
            <a:extLst>
              <a:ext uri="{FF2B5EF4-FFF2-40B4-BE49-F238E27FC236}">
                <a16:creationId xmlns:a16="http://schemas.microsoft.com/office/drawing/2014/main"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</p:spTree>
    <p:extLst>
      <p:ext uri="{BB962C8B-B14F-4D97-AF65-F5344CB8AC3E}">
        <p14:creationId xmlns:p14="http://schemas.microsoft.com/office/powerpoint/2010/main"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External egress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public Hugging Face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a16:creationId xmlns:a16="http://schemas.microsoft.com/office/drawing/2014/main"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a16:creationId xmlns:a16="http://schemas.microsoft.com/office/drawing/2014/main"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a16:creationId xmlns:a16="http://schemas.microsoft.com/office/drawing/2014/main"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a16:creationId xmlns:a16="http://schemas.microsoft.com/office/drawing/2014/main"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a16:creationId xmlns:a16="http://schemas.microsoft.com/office/drawing/2014/main"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a16:creationId xmlns:a16="http://schemas.microsoft.com/office/drawing/2014/main"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a16:creationId xmlns:a16="http://schemas.microsoft.com/office/drawing/2014/main"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a16:creationId xmlns:a16="http://schemas.microsoft.com/office/drawing/2014/main"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a16:creationId xmlns:a16="http://schemas.microsoft.com/office/drawing/2014/main"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a16:creationId xmlns:a16="http://schemas.microsoft.com/office/drawing/2014/main"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Mechanisms</a:t>
            </a:r>
          </a:p>
        </p:txBody>
      </p:sp>
    </p:spTree>
    <p:extLst>
      <p:ext uri="{BB962C8B-B14F-4D97-AF65-F5344CB8AC3E}">
        <p14:creationId xmlns:p14="http://schemas.microsoft.com/office/powerpoint/2010/main" val="568375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Ladder</a:t>
            </a:r>
          </a:p>
        </p:txBody>
      </p:sp>
    </p:spTree>
    <p:extLst>
      <p:ext uri="{BB962C8B-B14F-4D97-AF65-F5344CB8AC3E}">
        <p14:creationId xmlns:p14="http://schemas.microsoft.com/office/powerpoint/2010/main" val="116865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Hacking is FUN!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Isolated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Cumulative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8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claude-opus-4.8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27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055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grok-4.6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80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a16:creationId xmlns:a16="http://schemas.microsoft.com/office/drawing/2014/main"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Thanks!</a:t>
            </a:r>
          </a:p>
        </p:txBody>
      </p:sp>
      <p:sp>
        <p:nvSpPr>
          <p:cNvPr id="3" name="contacts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571500" y="2308000"/>
            <a:ext cx="11049000" cy="38420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>
              <a:buNone/>
            </a:pPr>
            <a:r>
              <a:rPr sz="26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Anna Mikeda</a:t>
            </a:r>
            <a:br>
              <a:rPr lang="en-US" sz="40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</a:br>
            <a:r>
              <a:rPr lang="en-US" sz="4000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</a:t>
            </a:r>
            <a:r>
              <a:rPr lang="en-US" sz="4000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AnnaMikeda</a:t>
            </a:r>
            <a:endParaRPr sz="4000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  <a:p>
            <a:pPr algn="ctr">
              <a:buNone/>
            </a:pPr>
            <a:r>
              <a:rPr lang="en-US" sz="4000" b="0" u="sng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amikeda17@gmail.com</a:t>
            </a:r>
          </a:p>
          <a:p>
            <a:pPr algn="ctr">
              <a:buNone/>
            </a:pPr>
            <a:endParaRPr sz="4000" b="0" u="sng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 algn="ctr">
              <a:buNone/>
            </a:pPr>
            <a:r>
              <a:rPr sz="2600" b="1" dirty="0">
                <a:solidFill>
                  <a:srgbClr val="C3A6D6"/>
                </a:solidFill>
                <a:latin typeface="Avenir"/>
                <a:ea typeface="Avenir"/>
                <a:cs typeface="Avenir"/>
              </a:rPr>
              <a:t>Ricky Mouser</a:t>
            </a:r>
            <a:endParaRPr lang="en-US" sz="2600" b="1" dirty="0">
              <a:solidFill>
                <a:srgbClr val="C3A6D6"/>
              </a:solidFill>
              <a:latin typeface="Avenir"/>
              <a:ea typeface="Avenir"/>
              <a:cs typeface="Avenir"/>
            </a:endParaRPr>
          </a:p>
          <a:p>
            <a:pPr algn="ctr">
              <a:buNone/>
            </a:pPr>
            <a:r>
              <a:rPr lang="en-US" sz="4000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</a:t>
            </a:r>
            <a:r>
              <a:rPr lang="en-US" sz="4000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MarxCuban</a:t>
            </a:r>
            <a:endParaRPr sz="4000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  <a:p>
            <a:pPr algn="ctr">
              <a:buNone/>
            </a:pPr>
            <a:r>
              <a:rPr sz="4000" b="0" u="sng" dirty="0" err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ricky.mouser@gmail.com</a:t>
            </a:r>
            <a:endParaRPr sz="4000" b="0" u="sng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745105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slides/slide9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ns2:creationId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want?</a:t>
            </a: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/>
            </a: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</p:spTree>
    <p:extLst>
      <p:ext uri="{BB962C8B-B14F-4D97-AF65-F5344CB8AC3E}">
        <ns4:creationId val="17730401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3543</Words>
  <Application>Microsoft Macintosh PowerPoint</Application>
  <DocSecurity>0</DocSecurity>
  <PresentationFormat>Widescreen</PresentationFormat>
  <Paragraphs>111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6</cp:revision>
  <dcterms:created xsi:type="dcterms:W3CDTF">2026-10-04T21:03:00Z</dcterms:created>
  <dcterms:modified xsi:type="dcterms:W3CDTF">2026-10-04T22:49:34Z</dcterms:modified>
</cp:coreProperties>
</file>