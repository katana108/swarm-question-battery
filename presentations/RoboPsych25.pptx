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ns1="http://schemas.openxmlformats.org/officeDocument/2006/relationships" xmlns:ns2="http://schemas.openxmlformats.org/drawingml/2006/main" xmlns:ns3="http://schemas.microsoft.com/office/powerpoint/2012/main" xmlns:p="http://schemas.openxmlformats.org/presentationml/2006/main">
  <p:sldMasterIdLst>
    <p:sldMasterId id="2147483648" ns1:id="rId1"/>
  </p:sldMasterIdLst>
  <p:notesMasterIdLst>
    <p:notesMasterId ns1:id="rId17"/>
  </p:notesMasterIdLst>
  <p:sldIdLst>
    <p:sldId id="256" ns1:id="rId2"/>
    <p:sldId id="257" ns1:id="rId3"/>
    <p:sldId id="258" ns1:id="rId4"/>
    <p:sldId id="259" ns1:id="rId5"/>
    <p:sldId id="260" ns1:id="rId6"/>
    <p:sldId id="279" ns1:id="rIdNew100"/>
    <p:sldId id="275" ns1:id="rId7"/>
    <p:sldId id="261" ns1:id="rId9"/>
    <p:sldId id="276" ns1:id="rId8"/>
    <p:sldId id="277" ns1:id="rId10"/>
    <p:sldId id="278" ns1:id="rIdVariant20"/>
    <p:sldId id="280" ns1:id="rIdNew101"/>
    <p:sldId id="281" ns1:id="rIdNew102"/>
    <p:sldId id="282" ns1:id="rIdNew103"/>
    <p:sldId id="283" ns1:id="rIdNew104"/>
    <p:sldId id="268" ns1:id="rId15"/>
    <p:sldId id="262" ns1:id="rId11"/>
    <p:sldId id="263" ns1:id="rId12"/>
    <p:sldId id="264" ns1:id="rId13"/>
    <p:sldId id="265" ns1:id="rId14"/>
    <p:sldId id="269" ns1:id="rId16"/>
  </p:sldIdLst>
  <p:sldSz cx="12192000" cy="6858000"/>
  <p:notesSz cx="6858000" cy="9144000"/>
  <p:defaultTextStyle>
    <ns2:defPPr>
      <ns2:defRPr lang="en-US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55"/>
    <p:restoredTop sz="88973"/>
  </p:normalViewPr>
  <p:slideViewPr>
    <p:cSldViewPr snapToGrid="0">
      <p:cViewPr varScale="1">
        <p:scale>
          <a:sx n="112" d="100"/>
          <a:sy n="11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presProps" Target="presProps.xml" /><ns0:Relationship Id="rId3" Type="http://schemas.openxmlformats.org/officeDocument/2006/relationships/slide" Target="slides/slide2.xml" /><ns0:Relationship Id="rId21" Type="http://schemas.openxmlformats.org/officeDocument/2006/relationships/tableStyles" Target="tableStyles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10" Type="http://schemas.openxmlformats.org/officeDocument/2006/relationships/slide" Target="slides/slide9.xml" /><ns0:Relationship Id="rId19" Type="http://schemas.openxmlformats.org/officeDocument/2006/relationships/viewProps" Target="viewProps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Variant20" Type="http://schemas.openxmlformats.org/officeDocument/2006/relationships/slide" Target="slides/slide99.xml" /><ns0:Relationship Id="rIdNew100" Type="http://schemas.openxmlformats.org/officeDocument/2006/relationships/slide" Target="slides/slide100.xml" /><ns0:Relationship Id="rIdNew101" Type="http://schemas.openxmlformats.org/officeDocument/2006/relationships/slide" Target="slides/slide101.xml" /><ns0:Relationship Id="rIdNew102" Type="http://schemas.openxmlformats.org/officeDocument/2006/relationships/slide" Target="slides/slide102.xml" /><ns0:Relationship Id="rIdNew103" Type="http://schemas.openxmlformats.org/officeDocument/2006/relationships/slide" Target="slides/slide103.xml" /><ns0:Relationship Id="rIdNew104" Type="http://schemas.openxmlformats.org/officeDocument/2006/relationships/slide" Target="slides/slide104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https://</a:t>
            </a:r>
            <a:r>
              <a:rPr dirty="0" err="1"/>
              <a:t>www.lesswrong.com</a:t>
            </a:r>
            <a:r>
              <a:rPr dirty="0"/>
              <a:t>/posts/fMnC6ZD37qrnZAFYz/</a:t>
            </a:r>
            <a:r>
              <a:rPr dirty="0" err="1"/>
              <a:t>openai</a:t>
            </a:r>
            <a:r>
              <a:rPr dirty="0"/>
              <a:t>-</a:t>
            </a:r>
            <a:r>
              <a:rPr dirty="0" err="1"/>
              <a:t>huggingface</a:t>
            </a:r>
            <a:r>
              <a:rPr dirty="0"/>
              <a:t>-a-reproduction-and-lessons-for-alignment</a:t>
            </a:r>
          </a:p>
          <a:p>
            <a:r>
              <a:rPr dirty="0"/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99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0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1.xml.rels><?xml version='1.0' encoding='utf-8'?>
<ns0:Relationships xmlns:ns0="http://schemas.openxmlformats.org/package/2006/relationships"><ns0:Relationship Id="rId2" Type="http://schemas.openxmlformats.org/officeDocument/2006/relationships/image" Target="../media/new-101.png" /><ns0:Relationship Id="rId1" Type="http://schemas.openxmlformats.org/officeDocument/2006/relationships/slideLayout" Target="../slideLayouts/slideLayout1.xml" /></ns0:Relationships>
</file>

<file path=ppt/slides/_rels/slide102.xml.rels><?xml version='1.0' encoding='utf-8'?>
<ns0:Relationships xmlns:ns0="http://schemas.openxmlformats.org/package/2006/relationships"><ns0:Relationship Id="rId2" Type="http://schemas.openxmlformats.org/officeDocument/2006/relationships/image" Target="../media/new-102.png" /><ns0:Relationship Id="rId1" Type="http://schemas.openxmlformats.org/officeDocument/2006/relationships/slideLayout" Target="../slideLayouts/slideLayout1.xml" /></ns0:Relationships>
</file>

<file path=ppt/slides/_rels/slide103.xml.rels><?xml version='1.0' encoding='utf-8'?>
<ns0:Relationships xmlns:ns0="http://schemas.openxmlformats.org/package/2006/relationships"><ns0:Relationship Id="rId2" Type="http://schemas.openxmlformats.org/officeDocument/2006/relationships/image" Target="../media/new-103.png" /><ns0:Relationship Id="rId1" Type="http://schemas.openxmlformats.org/officeDocument/2006/relationships/slideLayout" Target="../slideLayouts/slideLayout1.xml" /></ns0:Relationships>
</file>

<file path=ppt/slides/_rels/slide104.xml.rels><?xml version='1.0' encoding='utf-8'?>
<ns0:Relationships xmlns:ns0="http://schemas.openxmlformats.org/package/2006/relationships"><ns0:Relationship Id="rId2" Type="http://schemas.openxmlformats.org/officeDocument/2006/relationships/image" Target="../media/new-104.png" /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ns2:creationId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ns2:creationId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98000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incentives make you stop hacking and start whistleblowing?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  <a:p>
            <a:pPr>
              <a:buNone/>
            </a:pPr>
            <a:r>
              <a:rPr lang="en-US" sz="26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 Heavy Oblique" panose="02000503020000020003" pitchFamily="2" charset="0"/>
                <a:ea typeface="Avenir"/>
                <a:cs typeface="Avenir"/>
              </a:rPr>
              <a:t/>
            </a:r>
            <a:endParaRPr sz="2600" b="1" i="1" dirty="0">
              <a:solidFill>
                <a:schemeClr val="accent5">
                  <a:lumMod val="40000"/>
                  <a:lumOff val="60000"/>
                </a:schemeClr>
              </a:solidFill>
              <a:latin typeface="Avenir Heavy Oblique" panose="02000503020000020003" pitchFamily="2" charset="0"/>
              <a:ea typeface="Avenir"/>
              <a:cs typeface="Avenir"/>
            </a:endParaRPr>
          </a:p>
        </p:txBody>
      </p:sp>
      <p:sp>
        <p:nvSpPr>
          <p:cNvPr id="13" name="byline">
            <a:extLst>
              <a:ext uri="{FF2B5EF4-FFF2-40B4-BE49-F238E27FC236}">
                <ns2:creationId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</p:spTree>
    <p:extLst>
      <p:ext uri="{BB962C8B-B14F-4D97-AF65-F5344CB8AC3E}">
        <ns3:creationId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a16:creationId xmlns:a16="http://schemas.microsoft.com/office/drawing/2014/main"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</p:spTree>
    <p:extLst>
      <p:ext uri="{BB962C8B-B14F-4D97-AF65-F5344CB8AC3E}">
        <p14:creationId xmlns:p14="http://schemas.microsoft.com/office/powerpoint/2010/main"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External egress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public Hugging Face material.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</p:spTree>
    <p:extLst>
      <p:ext uri="{BB962C8B-B14F-4D97-AF65-F5344CB8AC3E}">
        <p14:creationId xmlns:p14="http://schemas.microsoft.com/office/powerpoint/2010/main"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</p:spTree>
    <p:extLst>
      <p:ext uri="{BB962C8B-B14F-4D97-AF65-F5344CB8AC3E}">
        <p14:creationId xmlns:p14="http://schemas.microsoft.com/office/powerpoint/2010/main"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ns2:creationId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ns2:creationId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ns2:creationId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ns2:creationId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ns2:creationId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ns2:creationId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ns2:creationId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ns2:creationId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ns2:creationId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ns2:creationId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ns2:creationId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Ricky tries incentives</a:t>
            </a:r>
          </a:p>
        </p:txBody>
      </p:sp>
    </p:spTree>
    <p:extLst>
      <p:ext uri="{BB962C8B-B14F-4D97-AF65-F5344CB8AC3E}">
        <ns3:creationId val="56837586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ns2:creationId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ns2:creationId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ns2:creationId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Anna knows psychology</a:t>
            </a:r>
          </a:p>
        </p:txBody>
      </p:sp>
    </p:spTree>
    <p:extLst>
      <p:ext uri="{BB962C8B-B14F-4D97-AF65-F5344CB8AC3E}">
        <ns3:creationId val="1168650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Hacking is FUN!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Isolated Mechanisms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Cumulative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83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claude-opus-4.8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7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55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grok-4.6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80977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ns2:creationId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Thanks!</a:t>
            </a:r>
          </a:p>
        </p:txBody>
      </p:sp>
      <p:sp>
        <p:nvSpPr>
          <p:cNvPr id="60" name="Anna Mikeda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Anna 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@AnnaMikeda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amikeda17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1" name="Ricky Mouser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Ricky 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@MarxCuban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ricky.mouser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</p:spTree>
    <p:extLst>
      <p:ext uri="{BB962C8B-B14F-4D97-AF65-F5344CB8AC3E}">
        <ns3:creationId val="1745105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a16:creationId xmlns:a16="http://schemas.microsoft.com/office/drawing/2014/main"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a16:creationId xmlns:a16="http://schemas.microsoft.com/office/drawing/2014/main"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a16:creationId xmlns:a16="http://schemas.microsoft.com/office/drawing/2014/main"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a16:creationId xmlns:a16="http://schemas.microsoft.com/office/drawing/2014/main"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a16:creationId xmlns:a16="http://schemas.microsoft.com/office/drawing/2014/main"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a16:creationId xmlns:a16="http://schemas.microsoft.com/office/drawing/2014/main"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a16:creationId xmlns:a16="http://schemas.microsoft.com/office/drawing/2014/main"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a16:creationId xmlns:a16="http://schemas.microsoft.com/office/drawing/2014/main"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a16:creationId xmlns:a16="http://schemas.microsoft.com/office/drawing/2014/main"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a16:creationId xmlns:a16="http://schemas.microsoft.com/office/drawing/2014/main"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a16:creationId xmlns:a16="http://schemas.microsoft.com/office/drawing/2014/main"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a16:creationId xmlns:a16="http://schemas.microsoft.com/office/drawing/2014/main"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</p:spTree>
    <p:extLst>
      <p:ext uri="{BB962C8B-B14F-4D97-AF65-F5344CB8AC3E}">
        <p14:creationId xmlns:p14="http://schemas.microsoft.com/office/powerpoint/2010/main" val="1906999553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do agents value?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if we change the incentives?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</p:spTree>
    <p:extLst>
      <p:ext uri="{BB962C8B-B14F-4D97-AF65-F5344CB8AC3E}">
        <ns3:creationId val="1773040152"/>
      </p:ext>
    </p:extLst>
  </p:cSld>
  <p:clrMapOvr>
    <a:masterClrMapping/>
  </p:clrMapOvr>
</p:sld>
</file>

<file path=ppt/slides/slide10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3543</Words>
  <Application>Microsoft Macintosh PowerPoint</Application>
  <DocSecurity>0</DocSecurity>
  <PresentationFormat>Widescreen</PresentationFormat>
  <Paragraphs>111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6</cp:revision>
  <dcterms:created xsi:type="dcterms:W3CDTF">2026-10-04T21:03:00Z</dcterms:created>
  <dcterms:modified xsi:type="dcterms:W3CDTF">2026-10-04T22:49:34Z</dcterms:modified>
</cp:coreProperties>
</file>