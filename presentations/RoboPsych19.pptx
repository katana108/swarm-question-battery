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61" r:id="rId9"/>
    <p:sldId id="277" r:id="rId10"/>
    <p:sldId id="262" r:id="rId11"/>
    <p:sldId id="263" r:id="rId12"/>
    <p:sldId id="264" r:id="rId13"/>
    <p:sldId id="265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https://www.lesswrong.com/posts/fMnC6ZD37qrnZAFYz/openai-huggingface-a-reproduction-and-lessons-for-alignment</a:t>
            </a:r>
          </a:p>
          <a:p>
            <a:r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incentives make you </a:t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stop hacking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 and </a:t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whistleblow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 more?</a:t>
            </a:r>
          </a:p>
          <a:p>
            <a:pPr>
              <a:buNone/>
            </a:pPr>
            <a:r>
              <a:rPr lang="en-US" sz="2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Heavy Oblique" panose="02000503020000020003" pitchFamily="2" charset="0"/>
                <a:ea typeface="Avenir"/>
                <a:cs typeface="Avenir"/>
              </a:rPr>
              <a:t>	Sort of!</a:t>
            </a:r>
            <a:endParaRPr sz="2600" b="1" i="1" dirty="0">
              <a:solidFill>
                <a:schemeClr val="accent5">
                  <a:lumMod val="40000"/>
                  <a:lumOff val="60000"/>
                </a:schemeClr>
              </a:solidFill>
              <a:latin typeface="Avenir Heavy Oblique" panose="02000503020000020003" pitchFamily="2" charset="0"/>
              <a:ea typeface="Avenir"/>
              <a:cs typeface="Avenir"/>
            </a:endParaRPr>
          </a:p>
        </p:txBody>
      </p:sp>
      <p:sp>
        <p:nvSpPr>
          <p:cNvPr id="13" name="byline">
            <a:extLst>
              <a:ext uri="{FF2B5EF4-FFF2-40B4-BE49-F238E27FC236}">
                <a16:creationId xmlns:a16="http://schemas.microsoft.com/office/drawing/2014/main"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</p:spTree>
    <p:extLst>
      <p:ext uri="{BB962C8B-B14F-4D97-AF65-F5344CB8AC3E}">
        <p14:creationId xmlns:p14="http://schemas.microsoft.com/office/powerpoint/2010/main"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a16:creationId xmlns:a16="http://schemas.microsoft.com/office/drawing/2014/main"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</p:spTree>
    <p:extLst>
      <p:ext uri="{BB962C8B-B14F-4D97-AF65-F5344CB8AC3E}">
        <p14:creationId xmlns:p14="http://schemas.microsoft.com/office/powerpoint/2010/main"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</p:spTree>
    <p:extLst>
      <p:ext uri="{BB962C8B-B14F-4D97-AF65-F5344CB8AC3E}">
        <p14:creationId xmlns:p14="http://schemas.microsoft.com/office/powerpoint/2010/main"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</p:spTree>
    <p:extLst>
      <p:ext uri="{BB962C8B-B14F-4D97-AF65-F5344CB8AC3E}">
        <p14:creationId xmlns:p14="http://schemas.microsoft.com/office/powerpoint/2010/main"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a16:creationId xmlns:a16="http://schemas.microsoft.com/office/drawing/2014/main"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a16:creationId xmlns:a16="http://schemas.microsoft.com/office/drawing/2014/main"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a16:creationId xmlns:a16="http://schemas.microsoft.com/office/drawing/2014/main"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a16:creationId xmlns:a16="http://schemas.microsoft.com/office/drawing/2014/main"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a16:creationId xmlns:a16="http://schemas.microsoft.com/office/drawing/2014/main"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a16:creationId xmlns:a16="http://schemas.microsoft.com/office/drawing/2014/main"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a16:creationId xmlns:a16="http://schemas.microsoft.com/office/drawing/2014/main"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a16:creationId xmlns:a16="http://schemas.microsoft.com/office/drawing/2014/main"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a16:creationId xmlns:a16="http://schemas.microsoft.com/office/drawing/2014/main"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a16:creationId xmlns:a16="http://schemas.microsoft.com/office/drawing/2014/main"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Mechanisms</a:t>
            </a:r>
          </a:p>
        </p:txBody>
      </p:sp>
    </p:spTree>
    <p:extLst>
      <p:ext uri="{BB962C8B-B14F-4D97-AF65-F5344CB8AC3E}">
        <p14:creationId xmlns:p14="http://schemas.microsoft.com/office/powerpoint/2010/main"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Ladder</a:t>
            </a:r>
          </a:p>
        </p:txBody>
      </p:sp>
    </p:spTree>
    <p:extLst>
      <p:ext uri="{BB962C8B-B14F-4D97-AF65-F5344CB8AC3E}">
        <p14:creationId xmlns:p14="http://schemas.microsoft.com/office/powerpoint/2010/main"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Hacking is FUN!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Isolated Mechanisms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a16:creationId xmlns:a16="http://schemas.microsoft.com/office/drawing/2014/main"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3" name="contacts">
            <a:extLst>
              <a:ext uri="{FF2B5EF4-FFF2-40B4-BE49-F238E27FC236}">
                <a16:creationId xmlns:a16="http://schemas.microsoft.com/office/drawing/2014/main"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308000"/>
            <a:ext cx="11049000" cy="38420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ctr">
              <a:buNone/>
            </a:pPr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ctr">
              <a:buNone/>
            </a:pPr>
            <a:r>
              <a:rPr lang="en-US" sz="4000" b="0" u="sng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amikeda17@gmail.com</a:t>
            </a:r>
          </a:p>
          <a:p>
            <a:pPr algn="ctr">
              <a:buNone/>
            </a:pPr>
            <a:endParaRPr sz="4000" b="0" u="sng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 algn="ctr">
              <a:buNone/>
            </a:pPr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ctr">
              <a:buNone/>
            </a:pPr>
            <a:r>
              <a:rPr sz="4000" b="0" u="sng" dirty="0" err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ricky.mouser@gmail.com</a:t>
            </a:r>
            <a:endParaRPr sz="4000" b="0" u="sng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a16:creationId xmlns:a16="http://schemas.microsoft.com/office/drawing/2014/main"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a16:creationId xmlns:a16="http://schemas.microsoft.com/office/drawing/2014/main"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a16:creationId xmlns:a16="http://schemas.microsoft.com/office/drawing/2014/main"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a16:creationId xmlns:a16="http://schemas.microsoft.com/office/drawing/2014/main"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a16:creationId xmlns:a16="http://schemas.microsoft.com/office/drawing/2014/main"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a16:creationId xmlns:a16="http://schemas.microsoft.com/office/drawing/2014/main"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a16:creationId xmlns:a16="http://schemas.microsoft.com/office/drawing/2014/main"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a16:creationId xmlns:a16="http://schemas.microsoft.com/office/drawing/2014/main"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a16:creationId xmlns:a16="http://schemas.microsoft.com/office/drawing/2014/main"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a16:creationId xmlns:a16="http://schemas.microsoft.com/office/drawing/2014/main"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a16:creationId xmlns:a16="http://schemas.microsoft.com/office/drawing/2014/main"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a16:creationId xmlns:a16="http://schemas.microsoft.com/office/drawing/2014/main"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</p:spTree>
    <p:extLst>
      <p:ext uri="{BB962C8B-B14F-4D97-AF65-F5344CB8AC3E}">
        <p14:creationId xmlns:p14="http://schemas.microsoft.com/office/powerpoint/2010/main" val="19069995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3534</Words>
  <Application>Microsoft Macintosh PowerPoint</Application>
  <DocSecurity>0</DocSecurity>
  <PresentationFormat>Widescreen</PresentationFormat>
  <Paragraphs>110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4</cp:revision>
  <dcterms:created xsi:type="dcterms:W3CDTF">2026-10-04T21:03:00Z</dcterms:created>
  <dcterms:modified xsi:type="dcterms:W3CDTF">2026-10-04T22:07:02Z</dcterms:modified>
</cp:coreProperties>
</file>