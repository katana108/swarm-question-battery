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1="http://schemas.openxmlformats.org/officeDocument/2006/relationships" xmlns:ns2="http://schemas.openxmlformats.org/drawingml/2006/main" xmlns:ns3="http://schemas.microsoft.com/office/powerpoint/2012/main" xmlns:p="http://schemas.openxmlformats.org/presentationml/2006/main">
  <p:sldMasterIdLst>
    <p:sldMasterId id="2147483648" ns1:id="rId1"/>
  </p:sldMasterIdLst>
  <p:notesMasterIdLst>
    <p:notesMasterId ns1:id="rId17"/>
  </p:notesMasterIdLst>
  <p:sldIdLst>
    <p:sldId id="256" ns1:id="rId2"/>
    <p:sldId id="257" ns1:id="rId3"/>
    <p:sldId id="258" ns1:id="rId4"/>
    <p:sldId id="259" ns1:id="rId5"/>
    <p:sldId id="260" ns1:id="rId6"/>
    <p:sldId id="279" ns1:id="rIdNew100"/>
    <p:sldId id="275" ns1:id="rId7"/>
    <p:sldId id="261" ns1:id="rId9"/>
    <p:sldId id="276" ns1:id="rId8"/>
    <p:sldId id="277" ns1:id="rId10"/>
    <p:sldId id="278" ns1:id="rIdVariant20"/>
    <p:sldId id="280" ns1:id="rIdNew101"/>
    <p:sldId id="281" ns1:id="rIdNew102"/>
    <p:sldId id="282" ns1:id="rIdNew103"/>
    <p:sldId id="283" ns1:id="rIdNew104"/>
    <p:sldId id="268" ns1:id="rId15"/>
    <p:sldId id="262" ns1:id="rId11"/>
    <p:sldId id="263" ns1:id="rId12"/>
    <p:sldId id="264" ns1:id="rId13"/>
    <p:sldId id="265" ns1:id="rId14"/>
    <p:sldId id="269" ns1:id="rId16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ns0:Relationship Id="rIdNew100" Type="http://schemas.openxmlformats.org/officeDocument/2006/relationships/slide" Target="slides/slide100.xml" /><ns0:Relationship Id="rIdNew101" Type="http://schemas.openxmlformats.org/officeDocument/2006/relationships/slide" Target="slides/slide101.xml" /><ns0:Relationship Id="rIdNew102" Type="http://schemas.openxmlformats.org/officeDocument/2006/relationships/slide" Target="slides/slide102.xml" /><ns0:Relationship Id="rIdNew103" Type="http://schemas.openxmlformats.org/officeDocument/2006/relationships/slide" Target="slides/slide103.xml" /><ns0:Relationship Id="rIdNew104" Type="http://schemas.openxmlformats.org/officeDocument/2006/relationships/slide" Target="slides/slide104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0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_rels/slide101.xml.rels><?xml version='1.0' encoding='utf-8'?>
<ns0:Relationships xmlns:ns0="http://schemas.openxmlformats.org/package/2006/relationships"><ns0:Relationship Id="rId2" Type="http://schemas.openxmlformats.org/officeDocument/2006/relationships/image" Target="../media/new-101.png" /><ns0:Relationship Id="rId1" Type="http://schemas.openxmlformats.org/officeDocument/2006/relationships/slideLayout" Target="../slideLayouts/slideLayout1.xml" /></ns0:Relationships>
</file>

<file path=ppt/slides/_rels/slide102.xml.rels><?xml version='1.0' encoding='utf-8'?>
<ns0:Relationships xmlns:ns0="http://schemas.openxmlformats.org/package/2006/relationships"><ns0:Relationship Id="rId2" Type="http://schemas.openxmlformats.org/officeDocument/2006/relationships/image" Target="../media/new-102.png" /><ns0:Relationship Id="rId1" Type="http://schemas.openxmlformats.org/officeDocument/2006/relationships/slideLayout" Target="../slideLayouts/slideLayout1.xml" /></ns0:Relationships>
</file>

<file path=ppt/slides/_rels/slide103.xml.rels><?xml version='1.0' encoding='utf-8'?>
<ns0:Relationships xmlns:ns0="http://schemas.openxmlformats.org/package/2006/relationships"><ns0:Relationship Id="rId2" Type="http://schemas.openxmlformats.org/officeDocument/2006/relationships/image" Target="../media/new-103.png" /><ns0:Relationship Id="rId1" Type="http://schemas.openxmlformats.org/officeDocument/2006/relationships/slideLayout" Target="../slideLayouts/slideLayout1.xml" /></ns0:Relationships>
</file>

<file path=ppt/slides/_rels/slide104.xml.rels><?xml version='1.0' encoding='utf-8'?>
<ns0:Relationships xmlns:ns0="http://schemas.openxmlformats.org/package/2006/relationships"><ns0:Relationship Id="rId2" Type="http://schemas.openxmlformats.org/officeDocument/2006/relationships/image" Target="../media/new-104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ns2:creationId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ns2:creationId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you stop hacking and start whistleblowing?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/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/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ns2:creationId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ns2:creationId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ns2:creationId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ns2:creationId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ns2:creationId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ns2:creationId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ns2:creationId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ns2:creationId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ns2:creationId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ns2:creationId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ns2:creationId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ns2:creationId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ns2:creationId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ns2:creationId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ns2:creationId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ns2:creationId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ns2:creationId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ns2:creationId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ns2:creationId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ns2:creationId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ns2:creationId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ns2:creationId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ns2:creationId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ns2:creationId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ns2:creationId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3:creationId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ns3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Latane and Darling (1970)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ns2:creationId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60" name="Anna Mikeda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Anna 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@AnnaMikeda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amikeda17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1" name="Ricky Mouser contact">
            <a:extLst>
              <a:ext uri="{FF2B5EF4-FFF2-40B4-BE49-F238E27FC236}">
                <ns2:creationId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238750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l"/>
            <a:r>
              <a:rPr sz="2600" b="1" dirty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ricky.mouser</a:t>
            </a:r>
          </a:p>
          <a:p>
            <a:pPr algn="l"/>
            <a:r>
              <a:rPr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@gmail.com</a:t>
            </a: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ns2:creationId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ns2:creationId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ns2:creationId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ns2:creationId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ns2:creationId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ns2:creationId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ns2:creationId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ns2:creationId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ns2:creationId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ns2:creationId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ns2:creationId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ns2:creationId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ns2:creationId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 change the incentives?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3:creationId val="1773040152"/>
      </p:ext>
    </p:extLst>
  </p:cSld>
  <p:clrMapOvr>
    <a:masterClrMapping/>
  </p:clrMapOvr>
</p:sld>
</file>

<file path=ppt/slides/slide10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slides/slide10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